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1009" y="2262485"/>
            <a:ext cx="28499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⛅ 🌞 🌩 ❄ 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49500" y="3003947"/>
            <a:ext cx="729300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Seasons, Months &amp; Clothes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62847" y="3572173"/>
            <a:ext cx="34661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ESL Lesson for Young Learners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29039" y="4008983"/>
            <a:ext cx="2333923" cy="383381"/>
          </a:xfrm>
          <a:prstGeom prst="roundRect">
            <a:avLst>
              <a:gd name="adj" fmla="val 331230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64678" y="4085183"/>
            <a:ext cx="186264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learn together! 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60329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Weather?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1957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1957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8925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4907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4907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7856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67856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515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50806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🌬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50806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507" y="6172349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after me! 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Weather Words!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1957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1957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8925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4907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4907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7856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67856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5150" y="2851100"/>
            <a:ext cx="2730550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50806" y="307330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50806" y="3926681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507" y="6172349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say all 8 weather words? 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___ in...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1799630"/>
            <a:ext cx="11379398" cy="982861"/>
          </a:xfrm>
          <a:prstGeom prst="roundRect">
            <a:avLst>
              <a:gd name="adj" fmla="val 1033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501" y="1971080"/>
            <a:ext cx="4663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101" y="2148780"/>
            <a:ext cx="211084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summer.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6301" y="2909441"/>
            <a:ext cx="11379398" cy="982861"/>
          </a:xfrm>
          <a:prstGeom prst="roundRect">
            <a:avLst>
              <a:gd name="adj" fmla="val 1033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8501" y="3080891"/>
            <a:ext cx="3204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5077" y="3258592"/>
            <a:ext cx="19493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snowy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winter.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301" y="4019252"/>
            <a:ext cx="11379398" cy="982861"/>
          </a:xfrm>
          <a:prstGeom prst="roundRect">
            <a:avLst>
              <a:gd name="adj" fmla="val 1033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501" y="4190702"/>
            <a:ext cx="4663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38101" y="4368403"/>
            <a:ext cx="19493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autumn.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301" y="5758160"/>
            <a:ext cx="11379398" cy="591889"/>
          </a:xfrm>
          <a:prstGeom prst="roundRect">
            <a:avLst>
              <a:gd name="adj" fmla="val 17165"/>
            </a:avLst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501" y="5929610"/>
            <a:ext cx="1115369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It's ___ in ___.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Seasons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1145232"/>
            <a:ext cx="2844850" cy="50750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51150" y="1145232"/>
            <a:ext cx="2844850" cy="50750"/>
          </a:xfrm>
          <a:prstGeom prst="rect">
            <a:avLst/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1145232"/>
            <a:ext cx="2844850" cy="50750"/>
          </a:xfrm>
          <a:prstGeom prst="rect">
            <a:avLst/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40850" y="1145232"/>
            <a:ext cx="2844850" cy="50750"/>
          </a:xfrm>
          <a:prstGeom prst="rect">
            <a:avLst/>
          </a:prstGeom>
          <a:solidFill>
            <a:srgbClr val="FDBA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2978051"/>
            <a:ext cx="2730550" cy="1742182"/>
          </a:xfrm>
          <a:prstGeom prst="roundRect">
            <a:avLst>
              <a:gd name="adj" fmla="val 8748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957" y="320025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1957" y="4053632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957" y="4320332"/>
            <a:ext cx="25392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· Jan · Feb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89250" y="2978051"/>
            <a:ext cx="2730550" cy="1742182"/>
          </a:xfrm>
          <a:prstGeom prst="roundRect">
            <a:avLst>
              <a:gd name="adj" fmla="val 8748"/>
            </a:avLst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4907" y="320025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384907" y="4053632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4907" y="4320332"/>
            <a:ext cx="25392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· Apr · May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2978051"/>
            <a:ext cx="2730550" cy="1742182"/>
          </a:xfrm>
          <a:prstGeom prst="roundRect">
            <a:avLst>
              <a:gd name="adj" fmla="val 8748"/>
            </a:avLst>
          </a:prstGeom>
          <a:solidFill>
            <a:srgbClr val="FEF9C3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67856" y="320025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67856" y="4053632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7856" y="4320332"/>
            <a:ext cx="25392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· Jul · Aug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55150" y="2978051"/>
            <a:ext cx="2730550" cy="1742182"/>
          </a:xfrm>
          <a:prstGeom prst="roundRect">
            <a:avLst>
              <a:gd name="adj" fmla="val 8748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50806" y="3200251"/>
            <a:ext cx="253923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150806" y="4053632"/>
            <a:ext cx="2539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0806" y="4320332"/>
            <a:ext cx="25392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· Oct · Nov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6807250"/>
            <a:ext cx="3048000" cy="50750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8000" y="6807250"/>
            <a:ext cx="3048000" cy="50750"/>
          </a:xfrm>
          <a:prstGeom prst="rect">
            <a:avLst/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6000" y="6807250"/>
            <a:ext cx="3048000" cy="50750"/>
          </a:xfrm>
          <a:prstGeom prst="rect">
            <a:avLst/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144000" y="6807250"/>
            <a:ext cx="3048000" cy="50750"/>
          </a:xfrm>
          <a:prstGeom prst="rect">
            <a:avLst/>
          </a:prstGeom>
          <a:solidFill>
            <a:srgbClr val="FDBA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MATCHING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Match: Weather &amp; Season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6301" y="1494979"/>
            <a:ext cx="535319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769" y="1195983"/>
            <a:ext cx="54602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⛅ Weather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80704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7751" y="1675954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4052" y="1782663"/>
            <a:ext cx="4749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274094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751" y="2369344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4052" y="2476054"/>
            <a:ext cx="4233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967484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7751" y="3062734"/>
            <a:ext cx="2135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8653" y="3169444"/>
            <a:ext cx="5009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3660874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7751" y="3756124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84052" y="3862834"/>
            <a:ext cx="4649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4354264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7751" y="4449514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4052" y="4556224"/>
            <a:ext cx="2589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301" y="5047655"/>
            <a:ext cx="5353199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7751" y="514290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84052" y="5249614"/>
            <a:ext cx="4261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13400" y="3657451"/>
            <a:ext cx="16850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32500" y="1494979"/>
            <a:ext cx="535319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8968" y="1195983"/>
            <a:ext cx="54602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🌻 Season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2500" y="1606004"/>
            <a:ext cx="5353199" cy="454372"/>
          </a:xfrm>
          <a:prstGeom prst="roundRect">
            <a:avLst>
              <a:gd name="adj" fmla="val 16770"/>
            </a:avLst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53847" y="1726555"/>
            <a:ext cx="51105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Winter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32500" y="2161877"/>
            <a:ext cx="5353199" cy="454372"/>
          </a:xfrm>
          <a:prstGeom prst="roundRect">
            <a:avLst>
              <a:gd name="adj" fmla="val 16770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53847" y="2282428"/>
            <a:ext cx="51105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Spring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32500" y="2717750"/>
            <a:ext cx="5353199" cy="454372"/>
          </a:xfrm>
          <a:prstGeom prst="roundRect">
            <a:avLst>
              <a:gd name="adj" fmla="val 16770"/>
            </a:avLst>
          </a:prstGeom>
          <a:solidFill>
            <a:srgbClr val="FEFCE8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53847" y="2838301"/>
            <a:ext cx="51105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 Summer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32500" y="3273623"/>
            <a:ext cx="5353199" cy="454372"/>
          </a:xfrm>
          <a:prstGeom prst="roundRect">
            <a:avLst>
              <a:gd name="adj" fmla="val 16770"/>
            </a:avLst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53847" y="3394174"/>
            <a:ext cx="51105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 Autumn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We Wear 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416820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371" y="2588270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6371" y="3299371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41750" y="2416820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01820" y="2588270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01820" y="3299371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77200" y="2416820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37270" y="2588270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7270" y="3299371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811042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371" y="3982492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371" y="4693593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LONGSLEEVE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41750" y="3811042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01820" y="3982492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👘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301820" y="4693593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77200" y="3811042"/>
            <a:ext cx="3708499" cy="1267271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37270" y="3982492"/>
            <a:ext cx="3588359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137270" y="4693593"/>
            <a:ext cx="3588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We Wear (2)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164407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0243" y="2284958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40243" y="2853928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33267" y="2164407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67209" y="2284958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67209" y="2853928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60234" y="2164407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94175" y="2284958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👿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94175" y="2853928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301" y="3253680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0243" y="3374231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🧣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0243" y="3943201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33267" y="3253680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67209" y="3374231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👚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267209" y="3943201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60234" y="3253680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4175" y="3374231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👙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094175" y="3943201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301" y="4342954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0243" y="4463504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🕶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0243" y="5032474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33267" y="4342954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67209" y="4463504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267209" y="5032474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60234" y="4342954"/>
            <a:ext cx="3725466" cy="987772"/>
          </a:xfrm>
          <a:prstGeom prst="roundRect">
            <a:avLst>
              <a:gd name="adj" fmla="val 771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94175" y="4463504"/>
            <a:ext cx="3657582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094175" y="5032474"/>
            <a:ext cx="36575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WINTER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Winter?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71700" y="2452241"/>
            <a:ext cx="2031950" cy="228600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3810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21257" y="2866281"/>
            <a:ext cx="93268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buNone/>
            </a:pPr>
            <a:r>
              <a:rPr lang="en-US" sz="7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03231" y="4146352"/>
            <a:ext cx="7687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 👗 🧤 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54907" y="4865191"/>
            <a:ext cx="169869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clothes keep us warm!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22950" y="1145232"/>
            <a:ext cx="5562749" cy="522982"/>
          </a:xfrm>
          <a:prstGeom prst="roundRect">
            <a:avLst>
              <a:gd name="adj" fmla="val 19427"/>
            </a:avLst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3967" y="1291233"/>
            <a:ext cx="522071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What do you wear in winter?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22950" y="1896814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94400" y="1992064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53076" y="2063204"/>
            <a:ext cx="4841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22950" y="2519065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94400" y="2614315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53076" y="2685455"/>
            <a:ext cx="12873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 / Sweater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2950" y="3141315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94400" y="3236565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53076" y="3307705"/>
            <a:ext cx="6567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2950" y="3763566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4400" y="3858816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53076" y="3929955"/>
            <a:ext cx="11921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Mittens / Gloves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2950" y="4385816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4400" y="4481066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🧣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53076" y="4552206"/>
            <a:ext cx="388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 SUMMER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Summer?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71700" y="2452241"/>
            <a:ext cx="2031950" cy="2286000"/>
          </a:xfrm>
          <a:prstGeom prst="roundRect">
            <a:avLst>
              <a:gd name="adj" fmla="val 7500"/>
            </a:avLst>
          </a:prstGeom>
          <a:solidFill>
            <a:srgbClr val="FEF9C3"/>
          </a:solidFill>
          <a:ln w="3810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21257" y="2866281"/>
            <a:ext cx="93268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buNone/>
            </a:pPr>
            <a:r>
              <a:rPr lang="en-US" sz="7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👦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04373" y="4146352"/>
            <a:ext cx="3664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 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7197" y="4865191"/>
            <a:ext cx="17348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clothes keep us cool!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22950" y="1145232"/>
            <a:ext cx="5562749" cy="472083"/>
          </a:xfrm>
          <a:prstGeom prst="roundRect">
            <a:avLst>
              <a:gd name="adj" fmla="val 21522"/>
            </a:avLst>
          </a:prstGeom>
          <a:solidFill>
            <a:srgbClr val="FEF9C3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3967" y="1265783"/>
            <a:ext cx="522071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 What do you wear in summer?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22950" y="1718816"/>
            <a:ext cx="5562749" cy="596652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94400" y="1839367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53076" y="1901577"/>
            <a:ext cx="118817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T-shirt / Shorts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22950" y="2416969"/>
            <a:ext cx="5562749" cy="596652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94400" y="2537520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🕶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53076" y="2599730"/>
            <a:ext cx="93587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2950" y="3115121"/>
            <a:ext cx="5562749" cy="596652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94400" y="3235672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53076" y="3297882"/>
            <a:ext cx="94483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shoes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2950" y="3813274"/>
            <a:ext cx="5562749" cy="596652"/>
          </a:xfrm>
          <a:prstGeom prst="roundRect">
            <a:avLst>
              <a:gd name="adj" fmla="val 12771"/>
            </a:avLst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4400" y="3933825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53076" y="3996035"/>
            <a:ext cx="151607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(sometimes)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SPRING / AUTUMN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Spring/Autumn?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71700" y="2452241"/>
            <a:ext cx="2031950" cy="228600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3810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21257" y="2866281"/>
            <a:ext cx="93268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buNone/>
            </a:pPr>
            <a:r>
              <a:rPr lang="en-US" sz="7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👧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903876" y="4146352"/>
            <a:ext cx="56759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 👙 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9024" y="4865191"/>
            <a:ext cx="154764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&amp; autumn — layers!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22950" y="1145232"/>
            <a:ext cx="5562749" cy="472083"/>
          </a:xfrm>
          <a:prstGeom prst="roundRect">
            <a:avLst>
              <a:gd name="adj" fmla="val 21522"/>
            </a:avLst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3967" y="1265783"/>
            <a:ext cx="522071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What do you wear in spring/autumn?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22950" y="1693515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94400" y="1788765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53076" y="1859905"/>
            <a:ext cx="863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jacket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22950" y="2315766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94400" y="2411016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53076" y="2482155"/>
            <a:ext cx="3198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22950" y="2938016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94400" y="3033266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53076" y="3104406"/>
            <a:ext cx="8552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Longsleeve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2950" y="3560266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4400" y="3655516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53076" y="3726656"/>
            <a:ext cx="1227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/ Trousers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2950" y="4182517"/>
            <a:ext cx="5562749" cy="546050"/>
          </a:xfrm>
          <a:prstGeom prst="roundRect">
            <a:avLst>
              <a:gd name="adj" fmla="val 13955"/>
            </a:avLst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4400" y="4277767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53076" y="4348907"/>
            <a:ext cx="10365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 / Boots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68001" y="6596509"/>
            <a:ext cx="123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SPEAKING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Speaking!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546449"/>
            <a:ext cx="5613499" cy="1124992"/>
          </a:xfrm>
          <a:prstGeom prst="roundRect">
            <a:avLst>
              <a:gd name="adj" fmla="val 9031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501" y="2717899"/>
            <a:ext cx="5272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8501" y="3073450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8501" y="3286720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winter, I wear ___ 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546449"/>
            <a:ext cx="5613499" cy="1124992"/>
          </a:xfrm>
          <a:prstGeom prst="roundRect">
            <a:avLst>
              <a:gd name="adj" fmla="val 9031"/>
            </a:avLst>
          </a:prstGeom>
          <a:solidFill>
            <a:srgbClr val="FEF9C3"/>
          </a:solidFill>
          <a:ln w="19050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4400" y="2717899"/>
            <a:ext cx="5272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94400" y="3073450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94400" y="3286720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summer, I wear ___ 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823841"/>
            <a:ext cx="5613499" cy="1124992"/>
          </a:xfrm>
          <a:prstGeom prst="roundRect">
            <a:avLst>
              <a:gd name="adj" fmla="val 9031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501" y="3995291"/>
            <a:ext cx="5272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8501" y="4350841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501" y="4564112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autumn, I wear ___ 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3823841"/>
            <a:ext cx="5613499" cy="1124992"/>
          </a:xfrm>
          <a:prstGeom prst="roundRect">
            <a:avLst>
              <a:gd name="adj" fmla="val 9031"/>
            </a:avLst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94400" y="3995291"/>
            <a:ext cx="52724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4400" y="4350841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4400" y="4564112"/>
            <a:ext cx="5272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spring, I wear ___ 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NEW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of the 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739479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5351" y="2739479"/>
            <a:ext cx="0" cy="52566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0626" y="2815679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0626" y="3028950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76451" y="2739479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5501" y="2739479"/>
            <a:ext cx="0" cy="52566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0775" y="2815679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0775" y="3028950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46750" y="2739479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65800" y="2739479"/>
            <a:ext cx="0" cy="52566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1076" y="2815679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1076" y="3028950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16901" y="2739479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035951" y="2739479"/>
            <a:ext cx="0" cy="52566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1225" y="2815679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31225" y="3028950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6301" y="3366641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5351" y="3366641"/>
            <a:ext cx="0" cy="52566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626" y="3442841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626" y="3656112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6451" y="3366641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95501" y="3366641"/>
            <a:ext cx="0" cy="52566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0775" y="3442841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90775" y="3656112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6750" y="3366641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165800" y="3366641"/>
            <a:ext cx="0" cy="52566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1076" y="3442841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1076" y="3656112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16901" y="3366641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035951" y="3366641"/>
            <a:ext cx="0" cy="52566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31225" y="3442841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31225" y="3656112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6301" y="3993803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25351" y="3993803"/>
            <a:ext cx="0" cy="52566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0626" y="4070003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0626" y="4283273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76451" y="3993803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295501" y="3993803"/>
            <a:ext cx="0" cy="52566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0775" y="4070003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90775" y="4283273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46750" y="3993803"/>
            <a:ext cx="2768650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165800" y="3993803"/>
            <a:ext cx="0" cy="52566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1076" y="4070003"/>
            <a:ext cx="25780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1076" y="4283273"/>
            <a:ext cx="25780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16901" y="3993803"/>
            <a:ext cx="2768798" cy="52566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9035951" y="3993803"/>
            <a:ext cx="0" cy="52566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31225" y="4070003"/>
            <a:ext cx="25782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31225" y="4283273"/>
            <a:ext cx="2578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32871" y="62065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10571" y="6190059"/>
            <a:ext cx="3617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68379" y="62065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46080" y="6190059"/>
            <a:ext cx="369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11180" y="62065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88881" y="6190059"/>
            <a:ext cx="466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49529" y="62065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DBA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127230" y="6190059"/>
            <a:ext cx="4403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Abbreviations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2602409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2611934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5425" y="2602409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01" y="3192214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351" y="2602409"/>
            <a:ext cx="0" cy="59933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817" y="2697659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0817" y="2893219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6451" y="2602409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76451" y="2611934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725" y="2602409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6451" y="3192214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5501" y="2602409"/>
            <a:ext cx="0" cy="59933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0965" y="2697659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0965" y="2893219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6750" y="2602409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46750" y="2611934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05875" y="2602409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6750" y="3192214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5800" y="2602409"/>
            <a:ext cx="0" cy="59933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1266" y="2697659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1266" y="2893219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16901" y="2602409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016901" y="2611934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76174" y="2602409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6901" y="3192214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5951" y="2602409"/>
            <a:ext cx="0" cy="59933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1415" y="2697659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31415" y="2893219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301" y="3303240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06301" y="3312765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65425" y="3303240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301" y="3893046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351" y="3303240"/>
            <a:ext cx="0" cy="599331"/>
          </a:xfrm>
          <a:prstGeom prst="line">
            <a:avLst/>
          </a:prstGeom>
          <a:noFill/>
          <a:ln w="381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0817" y="3398490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0817" y="3594050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76451" y="3303240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276451" y="3312765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725" y="3303240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6451" y="3893046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5501" y="3303240"/>
            <a:ext cx="0" cy="59933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90965" y="3398490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90965" y="3594050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46750" y="3303240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146750" y="3312765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05875" y="3303240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46750" y="3893046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5800" y="3303240"/>
            <a:ext cx="0" cy="59933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1266" y="3398490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61266" y="3594050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016901" y="3303240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9016901" y="3312765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776174" y="3303240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16901" y="3893046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35951" y="3303240"/>
            <a:ext cx="0" cy="599331"/>
          </a:xfrm>
          <a:prstGeom prst="line">
            <a:avLst/>
          </a:prstGeom>
          <a:noFill/>
          <a:ln w="38100">
            <a:solidFill>
              <a:srgbClr val="FDE6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31415" y="3398490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131415" y="3594050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06301" y="4004072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6301" y="4013597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65425" y="4004072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6301" y="4593878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5351" y="4004072"/>
            <a:ext cx="0" cy="59933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0817" y="4099322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0817" y="4294882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276451" y="4004072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3276451" y="4013597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35725" y="4004072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76451" y="4593878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95501" y="4004072"/>
            <a:ext cx="0" cy="59933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90965" y="4099322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390965" y="4294882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146750" y="4004072"/>
            <a:ext cx="2768650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6146750" y="4013597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05875" y="4004072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46750" y="4593878"/>
            <a:ext cx="276865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5800" y="4004072"/>
            <a:ext cx="0" cy="599331"/>
          </a:xfrm>
          <a:prstGeom prst="line">
            <a:avLst/>
          </a:prstGeom>
          <a:noFill/>
          <a:ln w="38100">
            <a:solidFill>
              <a:srgbClr val="FDBA7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61266" y="4099322"/>
            <a:ext cx="255866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261266" y="4294882"/>
            <a:ext cx="25586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Nov.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9016901" y="4004072"/>
            <a:ext cx="2768798" cy="599331"/>
          </a:xfrm>
          <a:prstGeom prst="roundRect">
            <a:avLst>
              <a:gd name="adj" fmla="val 84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9016901" y="4013597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776174" y="4004072"/>
            <a:ext cx="0" cy="59933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16901" y="4593878"/>
            <a:ext cx="276879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35951" y="4004072"/>
            <a:ext cx="0" cy="599331"/>
          </a:xfrm>
          <a:prstGeom prst="line">
            <a:avLst/>
          </a:pr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131415" y="4099322"/>
            <a:ext cx="255882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9131415" y="4294882"/>
            <a:ext cx="25588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Dec.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292507" y="6136779"/>
            <a:ext cx="116069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full name to the abbreviation! 🧩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116069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GAME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84002"/>
            <a:ext cx="11606986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Quiz!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06301" y="1874788"/>
            <a:ext cx="11379398" cy="647551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501" y="204608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2057" y="2100709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252" y="2091928"/>
            <a:ext cx="1032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cold and snowy. What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06324" y="2020788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6301" y="2649289"/>
            <a:ext cx="11379398" cy="647551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501" y="282059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2057" y="2875211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252" y="2866430"/>
            <a:ext cx="1032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wear shorts and sunglasses in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06324" y="2795290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🌞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6301" y="3423791"/>
            <a:ext cx="11379398" cy="647551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501" y="359509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2057" y="3649712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252" y="3640931"/>
            <a:ext cx="1032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March, April, May =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06324" y="3569791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6301" y="4198293"/>
            <a:ext cx="11379398" cy="647551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8501" y="436959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2057" y="4424214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0252" y="4415433"/>
            <a:ext cx="1032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month comes after July?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06324" y="4344293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6301" y="4972794"/>
            <a:ext cx="11379398" cy="647551"/>
          </a:xfrm>
          <a:prstGeom prst="roundRect">
            <a:avLst>
              <a:gd name="adj" fmla="val 1569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501" y="514409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2057" y="5198715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0252" y="5189934"/>
            <a:ext cx="1032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on your hands in winter?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06324" y="5118795"/>
            <a:ext cx="2623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861602" y="65965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6807250"/>
            <a:ext cx="12192000" cy="507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2026-05-01T12:44:02Z</dcterms:created>
  <dcterms:modified xsi:type="dcterms:W3CDTF">2026-05-01T12:44:02Z</dcterms:modified>
</cp:coreProperties>
</file>