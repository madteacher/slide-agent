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03306" y="1875234"/>
            <a:ext cx="8385387" cy="1422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0"/>
              </a:lnSpc>
              <a:spcBef>
                <a:spcPts val="2000"/>
              </a:spcBef>
              <a:spcAft>
                <a:spcPts val="2000"/>
              </a:spcAft>
              <a:buNone/>
            </a:pPr>
            <a:r>
              <a:rPr lang="en-US" sz="8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🍂 ❄️ 🌸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1903306" y="3551486"/>
            <a:ext cx="8385387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Weather, Seasons &amp; Clothes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903306" y="4510236"/>
            <a:ext cx="838538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20"/>
              </a:lnSpc>
              <a:spcAft>
                <a:spcPts val="3000"/>
              </a:spcAft>
              <a:buNone/>
            </a:pPr>
            <a:r>
              <a:rPr lang="en-US" sz="2800" dirty="0">
                <a:solidFill>
                  <a:srgbClr val="BF3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&amp; Practice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903306" y="5388918"/>
            <a:ext cx="8385387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spcBef>
                <a:spcPts val="3000"/>
              </a:spcBef>
              <a:buNone/>
            </a:pPr>
            <a:r>
              <a:rPr lang="en-US" sz="2000" dirty="0">
                <a:solidFill>
                  <a:srgbClr val="5D40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English Lesson for Young Learners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Words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after me!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2705100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9397" y="1854547"/>
            <a:ext cx="244830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9397" y="3236119"/>
            <a:ext cx="24483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89250" y="1702147"/>
            <a:ext cx="2705100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17647" y="1854547"/>
            <a:ext cx="244830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🌧️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417647" y="3236119"/>
            <a:ext cx="24483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rainy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97501" y="1702147"/>
            <a:ext cx="2705100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5898" y="1854547"/>
            <a:ext cx="244830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325898" y="3236119"/>
            <a:ext cx="24483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05751" y="1702147"/>
            <a:ext cx="2705249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34147" y="1854547"/>
            <a:ext cx="244845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💨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234147" y="3236119"/>
            <a:ext cx="24484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Weather Words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after me!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2705100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9397" y="1854547"/>
            <a:ext cx="244830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509397" y="3236119"/>
            <a:ext cx="24483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snowy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289250" y="1702147"/>
            <a:ext cx="2705100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17647" y="1854547"/>
            <a:ext cx="244830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🥶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3417647" y="3236119"/>
            <a:ext cx="24483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cold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197501" y="1702147"/>
            <a:ext cx="2705100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25898" y="1854547"/>
            <a:ext cx="2448306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🥵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6325898" y="3236119"/>
            <a:ext cx="2448306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105751" y="1702147"/>
            <a:ext cx="2705249" cy="2041922"/>
          </a:xfrm>
          <a:prstGeom prst="roundRect">
            <a:avLst>
              <a:gd name="adj" fmla="val 99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234147" y="1854547"/>
            <a:ext cx="2448458" cy="1280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080"/>
              </a:lnSpc>
              <a:spcAft>
                <a:spcPts val="800"/>
              </a:spcAft>
              <a:buNone/>
            </a:pPr>
            <a:r>
              <a:rPr lang="en-US" sz="7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😊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234147" y="3236119"/>
            <a:ext cx="2448458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a Sentence!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and say: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11430000" cy="832991"/>
          </a:xfrm>
          <a:prstGeom prst="roundRect">
            <a:avLst>
              <a:gd name="adj" fmla="val 243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3913" y="1905298"/>
            <a:ext cx="112441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It's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sunny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381000" y="2687538"/>
            <a:ext cx="11430000" cy="832991"/>
          </a:xfrm>
          <a:prstGeom prst="roundRect">
            <a:avLst>
              <a:gd name="adj" fmla="val 243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3913" y="2890689"/>
            <a:ext cx="112441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It's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snowy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81000" y="3672929"/>
            <a:ext cx="11430000" cy="832991"/>
          </a:xfrm>
          <a:prstGeom prst="roundRect">
            <a:avLst>
              <a:gd name="adj" fmla="val 2439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3913" y="3876080"/>
            <a:ext cx="11244173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 It's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windy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pPr algn="ctr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66700" y="4709071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turn! It's _______ in _______.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Seasons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seasons!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5613350" cy="2077492"/>
          </a:xfrm>
          <a:prstGeom prst="roundRect">
            <a:avLst>
              <a:gd name="adj" fmla="val 97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1000" y="1740247"/>
            <a:ext cx="5613350" cy="0"/>
          </a:xfrm>
          <a:prstGeom prst="line">
            <a:avLst/>
          </a:prstGeom>
          <a:noFill/>
          <a:ln w="76200">
            <a:solidFill>
              <a:srgbClr val="42A5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2080" y="1981498"/>
            <a:ext cx="531119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6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❄️☃️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532080" y="3149798"/>
            <a:ext cx="531119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800"/>
              </a:spcBef>
              <a:buNone/>
            </a:pPr>
            <a:r>
              <a:rPr lang="en-US" sz="24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197501" y="1702147"/>
            <a:ext cx="5613499" cy="2077492"/>
          </a:xfrm>
          <a:prstGeom prst="roundRect">
            <a:avLst>
              <a:gd name="adj" fmla="val 97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197501" y="1740247"/>
            <a:ext cx="5613499" cy="0"/>
          </a:xfrm>
          <a:prstGeom prst="line">
            <a:avLst/>
          </a:prstGeom>
          <a:noFill/>
          <a:ln w="76200">
            <a:solidFill>
              <a:srgbClr val="66BB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48579" y="1981498"/>
            <a:ext cx="531134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6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🌸🌱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6348579" y="3149798"/>
            <a:ext cx="531134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800"/>
              </a:spcBef>
              <a:buNone/>
            </a:pPr>
            <a:r>
              <a:rPr lang="en-US" sz="24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81000" y="3982789"/>
            <a:ext cx="5613350" cy="2077492"/>
          </a:xfrm>
          <a:prstGeom prst="roundRect">
            <a:avLst>
              <a:gd name="adj" fmla="val 97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81000" y="4020889"/>
            <a:ext cx="5613350" cy="0"/>
          </a:xfrm>
          <a:prstGeom prst="line">
            <a:avLst/>
          </a:prstGeom>
          <a:noFill/>
          <a:ln w="76200">
            <a:solidFill>
              <a:srgbClr val="FFA7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2080" y="4262140"/>
            <a:ext cx="531119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6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☀️🏖️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532080" y="5430441"/>
            <a:ext cx="5311191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800"/>
              </a:spcBef>
              <a:buNone/>
            </a:pPr>
            <a:r>
              <a:rPr lang="en-US" sz="24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197501" y="3982789"/>
            <a:ext cx="5613499" cy="2077492"/>
          </a:xfrm>
          <a:prstGeom prst="roundRect">
            <a:avLst>
              <a:gd name="adj" fmla="val 978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6197501" y="4020889"/>
            <a:ext cx="5613499" cy="0"/>
          </a:xfrm>
          <a:prstGeom prst="line">
            <a:avLst/>
          </a:prstGeom>
          <a:noFill/>
          <a:ln w="76200">
            <a:solidFill>
              <a:srgbClr val="8D6E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48579" y="4262140"/>
            <a:ext cx="531134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6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🍂🍁</a:t>
            </a:r>
            <a:endParaRPr lang="en-US" sz="6000" dirty="0"/>
          </a:p>
        </p:txBody>
      </p:sp>
      <p:sp>
        <p:nvSpPr>
          <p:cNvPr id="19" name="Text 17"/>
          <p:cNvSpPr/>
          <p:nvPr/>
        </p:nvSpPr>
        <p:spPr>
          <a:xfrm>
            <a:off x="6348579" y="5430441"/>
            <a:ext cx="5311342" cy="42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60"/>
              </a:lnSpc>
              <a:spcBef>
                <a:spcPts val="800"/>
              </a:spcBef>
              <a:buNone/>
            </a:pPr>
            <a:r>
              <a:rPr lang="en-US" sz="24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Game!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weather to the season.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784680" y="1752898"/>
            <a:ext cx="1327532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797695" y="2257723"/>
            <a:ext cx="1301502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14169" y="2384673"/>
            <a:ext cx="106855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☀️ hot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797695" y="2968675"/>
            <a:ext cx="1301502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914169" y="3095625"/>
            <a:ext cx="106855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❄️ snowy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797695" y="3679627"/>
            <a:ext cx="1301502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914169" y="3806577"/>
            <a:ext cx="106855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🍂 windy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797695" y="4390579"/>
            <a:ext cx="1301502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1914169" y="4517529"/>
            <a:ext cx="106855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🌸 warm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28015" y="3107234"/>
            <a:ext cx="466344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5040"/>
              </a:lnSpc>
              <a:buNone/>
            </a:pPr>
            <a:r>
              <a:rPr lang="en-US" sz="3600" dirty="0">
                <a:solidFill>
                  <a:srgbClr val="00897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➡️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9211616" y="1752898"/>
            <a:ext cx="1194399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223325" y="2257723"/>
            <a:ext cx="117098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341105" y="2384673"/>
            <a:ext cx="9354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9223325" y="2968675"/>
            <a:ext cx="117098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341105" y="3095625"/>
            <a:ext cx="9354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223325" y="3679627"/>
            <a:ext cx="117098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9341105" y="3806577"/>
            <a:ext cx="9354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autumn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223325" y="4390579"/>
            <a:ext cx="117098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341105" y="4517529"/>
            <a:ext cx="935420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- Part 1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and say the word!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3691533" cy="1645741"/>
          </a:xfrm>
          <a:prstGeom prst="roundRect">
            <a:avLst>
              <a:gd name="adj" fmla="val 108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3574" y="1829098"/>
            <a:ext cx="3506385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73574" y="2900958"/>
            <a:ext cx="3506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trousers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250234" y="1702147"/>
            <a:ext cx="3691533" cy="1645741"/>
          </a:xfrm>
          <a:prstGeom prst="roundRect">
            <a:avLst>
              <a:gd name="adj" fmla="val 108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342808" y="1829098"/>
            <a:ext cx="3506385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342808" y="2900958"/>
            <a:ext cx="3506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jacket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19467" y="1702147"/>
            <a:ext cx="3691533" cy="1645741"/>
          </a:xfrm>
          <a:prstGeom prst="roundRect">
            <a:avLst>
              <a:gd name="adj" fmla="val 108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212041" y="1829098"/>
            <a:ext cx="3506385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🧶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8212041" y="2900958"/>
            <a:ext cx="3506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jumper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1000" y="3525589"/>
            <a:ext cx="3691533" cy="1645741"/>
          </a:xfrm>
          <a:prstGeom prst="roundRect">
            <a:avLst>
              <a:gd name="adj" fmla="val 108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3574" y="3652540"/>
            <a:ext cx="3506385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473574" y="4724400"/>
            <a:ext cx="3506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longsleeve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250234" y="3525589"/>
            <a:ext cx="3691533" cy="1645741"/>
          </a:xfrm>
          <a:prstGeom prst="roundRect">
            <a:avLst>
              <a:gd name="adj" fmla="val 108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342808" y="3652540"/>
            <a:ext cx="3506385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🧦</a:t>
            </a:r>
            <a:endParaRPr lang="en-US" sz="5600" dirty="0"/>
          </a:p>
        </p:txBody>
      </p:sp>
      <p:sp>
        <p:nvSpPr>
          <p:cNvPr id="18" name="Text 16"/>
          <p:cNvSpPr/>
          <p:nvPr/>
        </p:nvSpPr>
        <p:spPr>
          <a:xfrm>
            <a:off x="4342808" y="4724400"/>
            <a:ext cx="3506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sweater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119467" y="3525589"/>
            <a:ext cx="3691533" cy="1645741"/>
          </a:xfrm>
          <a:prstGeom prst="roundRect">
            <a:avLst>
              <a:gd name="adj" fmla="val 1080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212041" y="3652540"/>
            <a:ext cx="3506385" cy="995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7840"/>
              </a:lnSpc>
              <a:spcAft>
                <a:spcPts val="600"/>
              </a:spcAft>
              <a:buNone/>
            </a:pPr>
            <a:r>
              <a:rPr lang="en-US" sz="56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👔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8212041" y="4724400"/>
            <a:ext cx="350638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shirt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Clothes - Part 2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and say the word!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3057" y="1829098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🧤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83057" y="2758678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76600" y="1702147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78657" y="1829098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🖐️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378657" y="2758678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gloves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2200" y="1702147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74257" y="1829098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🧢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6274257" y="2758678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hood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067800" y="1702147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9169857" y="1829098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🧣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9169857" y="2758678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scarf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1000" y="3322439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3057" y="3449389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🎽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483057" y="4378970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276600" y="3322439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78657" y="3449389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🕶️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3378657" y="4378970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sunglasses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72200" y="3322439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274257" y="3449389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🩳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6274257" y="4378970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067800" y="3322439"/>
            <a:ext cx="2743200" cy="1467892"/>
          </a:xfrm>
          <a:prstGeom prst="roundRect">
            <a:avLst>
              <a:gd name="adj" fmla="val 1211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9169857" y="3449389"/>
            <a:ext cx="2539085" cy="853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6720"/>
              </a:lnSpc>
              <a:spcAft>
                <a:spcPts val="600"/>
              </a:spcAft>
              <a:buNone/>
            </a:pPr>
            <a:r>
              <a:rPr lang="en-US" sz="4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👖</a:t>
            </a:r>
            <a:endParaRPr lang="en-US" sz="4800" dirty="0"/>
          </a:p>
        </p:txBody>
      </p:sp>
      <p:sp>
        <p:nvSpPr>
          <p:cNvPr id="27" name="Text 25"/>
          <p:cNvSpPr/>
          <p:nvPr/>
        </p:nvSpPr>
        <p:spPr>
          <a:xfrm>
            <a:off x="9169857" y="4378970"/>
            <a:ext cx="2539085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jeans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Winter Boy</a:t>
            </a:r>
            <a:endParaRPr lang="en-US" sz="3600" dirty="0"/>
          </a:p>
        </p:txBody>
      </p:sp>
      <p:pic>
        <p:nvPicPr>
          <p:cNvPr id="3" name="Image 0" descr="/Users/madteacher/Documents/GitHub/slidev-agent/presentations/esl-weather-seasons/assets/boy-wint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50" y="1108025"/>
            <a:ext cx="2539901" cy="3174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6700" y="4346377"/>
            <a:ext cx="11658600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spcBef>
                <a:spcPts val="200"/>
              </a:spcBef>
              <a:buNone/>
            </a:pPr>
            <a:r>
              <a:rPr lang="en-US" sz="3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 🧣 🧤 🧢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81000" y="4991546"/>
            <a:ext cx="11430000" cy="665262"/>
          </a:xfrm>
          <a:prstGeom prst="roundRect">
            <a:avLst>
              <a:gd name="adj" fmla="val 305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0231" y="5093047"/>
            <a:ext cx="11451538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in winter?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6700" y="5859959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40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wear a jacket, scarf, mittens, and a hood.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712029" y="6151811"/>
            <a:ext cx="100950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Boy</a:t>
            </a:r>
            <a:endParaRPr lang="en-US" sz="3600" dirty="0"/>
          </a:p>
        </p:txBody>
      </p:sp>
      <p:pic>
        <p:nvPicPr>
          <p:cNvPr id="3" name="Image 0" descr="/Users/madteacher/Documents/GitHub/slidev-agent/presentations/esl-weather-seasons/assets/boy-summer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50" y="1108025"/>
            <a:ext cx="2539901" cy="3174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6700" y="4346377"/>
            <a:ext cx="11658600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spcBef>
                <a:spcPts val="200"/>
              </a:spcBef>
              <a:buNone/>
            </a:pPr>
            <a:r>
              <a:rPr lang="en-US" sz="3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👕 🩳 🕶️ 👟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81000" y="4991546"/>
            <a:ext cx="11430000" cy="665262"/>
          </a:xfrm>
          <a:prstGeom prst="roundRect">
            <a:avLst>
              <a:gd name="adj" fmla="val 305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0231" y="5093047"/>
            <a:ext cx="11451538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in summer?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6700" y="5859959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40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wear a t-shirt, shorts, and sunglasses.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13207" y="6151811"/>
            <a:ext cx="2017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/ Autumn Boy</a:t>
            </a:r>
            <a:endParaRPr lang="en-US" sz="3600" dirty="0"/>
          </a:p>
        </p:txBody>
      </p:sp>
      <p:pic>
        <p:nvPicPr>
          <p:cNvPr id="3" name="Image 0" descr="/Users/madteacher/Documents/GitHub/slidev-agent/presentations/esl-weather-seasons/assets/boy-spring-autumn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826050" y="1108025"/>
            <a:ext cx="2539901" cy="31749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66700" y="4346377"/>
            <a:ext cx="11658600" cy="568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480"/>
              </a:lnSpc>
              <a:spcBef>
                <a:spcPts val="200"/>
              </a:spcBef>
              <a:buNone/>
            </a:pPr>
            <a:r>
              <a:rPr lang="en-US" sz="3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🧥 👖 👟 🧢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381000" y="4991546"/>
            <a:ext cx="11430000" cy="665262"/>
          </a:xfrm>
          <a:prstGeom prst="roundRect">
            <a:avLst>
              <a:gd name="adj" fmla="val 3054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70231" y="5093047"/>
            <a:ext cx="11451538" cy="462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buNone/>
            </a:pPr>
            <a:r>
              <a:rPr lang="en-US" sz="2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you wear in spring / autumn?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66700" y="5859959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40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wear a jacket, jeans, and a hood.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1626453" y="6151811"/>
            <a:ext cx="18823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AD14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Speak!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the sentences.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11430000" cy="784473"/>
          </a:xfrm>
          <a:prstGeom prst="roundRect">
            <a:avLst>
              <a:gd name="adj" fmla="val 194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7955" y="1879848"/>
            <a:ext cx="11296090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winter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 wear 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81000" y="2588121"/>
            <a:ext cx="11430000" cy="784473"/>
          </a:xfrm>
          <a:prstGeom prst="roundRect">
            <a:avLst>
              <a:gd name="adj" fmla="val 194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47955" y="2765822"/>
            <a:ext cx="11296090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summer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 wear 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1000" y="3474095"/>
            <a:ext cx="11430000" cy="784473"/>
          </a:xfrm>
          <a:prstGeom prst="roundRect">
            <a:avLst>
              <a:gd name="adj" fmla="val 194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47955" y="3651796"/>
            <a:ext cx="11296090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autumn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 wear 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81000" y="4360069"/>
            <a:ext cx="11430000" cy="784473"/>
          </a:xfrm>
          <a:prstGeom prst="roundRect">
            <a:avLst>
              <a:gd name="adj" fmla="val 1942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7955" y="4537770"/>
            <a:ext cx="11296090" cy="4290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C218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spring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I wear </a:t>
            </a:r>
            <a:pPr algn="ctr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6700" y="5347692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Say it out loud!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1613207" y="6151811"/>
            <a:ext cx="2017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7B1F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Months of the Year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 and repeat!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1820317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328" y="1803648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28" y="2052637"/>
            <a:ext cx="16496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302818" y="1702147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88144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88144" y="2052637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24784" y="1702147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0110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10110" y="2052637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46750" y="1702147"/>
            <a:ext cx="1820317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32078" y="1803648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2078" y="2052637"/>
            <a:ext cx="16496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68568" y="1702147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53894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3894" y="2052637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990534" y="1702147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75861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75861" y="2052637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81000" y="2540050"/>
            <a:ext cx="1820317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6328" y="2641550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28" y="2890540"/>
            <a:ext cx="16496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2302818" y="2540050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88144" y="264155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88144" y="2890540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24784" y="2540050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10110" y="264155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10110" y="2890540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146750" y="2540050"/>
            <a:ext cx="1820317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32078" y="2641550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2078" y="2890540"/>
            <a:ext cx="1649662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068568" y="2540050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53894" y="264155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53894" y="2890540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990534" y="2540050"/>
            <a:ext cx="1820466" cy="736402"/>
          </a:xfrm>
          <a:prstGeom prst="roundRect">
            <a:avLst>
              <a:gd name="adj" fmla="val 1724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075861" y="264155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75861" y="2890540"/>
            <a:ext cx="1649813" cy="284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613207" y="6151811"/>
            <a:ext cx="2017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Short Names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short name to the month!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1820317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328" y="1803648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January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66328" y="2052637"/>
            <a:ext cx="1649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302818" y="1702147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88144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February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88144" y="2052637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24784" y="1702147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10110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10110" y="2052637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46750" y="1702147"/>
            <a:ext cx="1820317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32078" y="1803648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32078" y="2052637"/>
            <a:ext cx="1649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68568" y="1702147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153894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3894" y="2052637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990534" y="1702147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075861" y="1803648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75861" y="2052637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81000" y="2575620"/>
            <a:ext cx="1820317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66328" y="2677120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66328" y="2926110"/>
            <a:ext cx="1649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2302818" y="2575620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388144" y="267712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388144" y="2926110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224784" y="2575620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310110" y="267712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September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310110" y="2926110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Sept.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146750" y="2575620"/>
            <a:ext cx="1820317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232078" y="2677120"/>
            <a:ext cx="1649662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32078" y="2926110"/>
            <a:ext cx="164966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068568" y="2575620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153894" y="267712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November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153894" y="2926110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Nov.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990534" y="2575620"/>
            <a:ext cx="1820466" cy="771971"/>
          </a:xfrm>
          <a:prstGeom prst="roundRect">
            <a:avLst>
              <a:gd name="adj" fmla="val 164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10075861" y="2677120"/>
            <a:ext cx="1649813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December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075861" y="2926110"/>
            <a:ext cx="164981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Dec.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613207" y="6151811"/>
            <a:ext cx="2017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700" y="381000"/>
            <a:ext cx="116586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600"/>
              </a:spcAft>
              <a:buNone/>
            </a:pPr>
            <a:r>
              <a:rPr lang="en-US" sz="3600" b="1" dirty="0">
                <a:solidFill>
                  <a:srgbClr val="F57F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Time!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266700" y="1108025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the questions.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81000" y="1702147"/>
            <a:ext cx="1143000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84150" y="1829098"/>
            <a:ext cx="1124417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season comes after winter?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81000" y="2387798"/>
            <a:ext cx="1143000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2514749"/>
            <a:ext cx="1124417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Is it hot or cold in summer?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81000" y="3073450"/>
            <a:ext cx="1143000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4150" y="3200400"/>
            <a:ext cx="1124417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do you wear on your hands in winter?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1000" y="3759101"/>
            <a:ext cx="1143000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84150" y="3886051"/>
            <a:ext cx="1124417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How many months are in a year?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81000" y="4444752"/>
            <a:ext cx="11430000" cy="609451"/>
          </a:xfrm>
          <a:prstGeom prst="roundRect">
            <a:avLst>
              <a:gd name="adj" fmla="val 25006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50" y="4571702"/>
            <a:ext cx="11244173" cy="355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What is the short name for December?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6700" y="5206603"/>
            <a:ext cx="11658600" cy="390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80"/>
              </a:lnSpc>
              <a:spcBef>
                <a:spcPts val="1200"/>
              </a:spcBef>
              <a:spcAft>
                <a:spcPts val="1600"/>
              </a:spcAft>
              <a:buNone/>
            </a:pPr>
            <a:r>
              <a:rPr lang="en-US" sz="2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613207" y="6151811"/>
            <a:ext cx="201748" cy="248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2026-04-30T18:13:42Z</dcterms:created>
  <dcterms:modified xsi:type="dcterms:W3CDTF">2026-04-30T18:13:42Z</dcterms:modified>
</cp:coreProperties>
</file>